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D55"/>
    <a:srgbClr val="E1A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836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72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inkventurelogotransparentbackground.png">
            <a:extLst>
              <a:ext uri="{FF2B5EF4-FFF2-40B4-BE49-F238E27FC236}">
                <a16:creationId xmlns:a16="http://schemas.microsoft.com/office/drawing/2014/main" id="{3CD028F9-7470-C7FF-6C3B-45D2F169F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6860" y="339604"/>
            <a:ext cx="882660" cy="715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7168A-840A-3754-9E07-E558BD7AFF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06431" y="5092719"/>
            <a:ext cx="5123182" cy="15647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18E026-D27B-AC69-574B-7D328E929A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00025">
            <a:solidFill>
              <a:srgbClr val="114D5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C8029-DC13-7BF9-1A8D-E935D4A75389}"/>
              </a:ext>
            </a:extLst>
          </p:cNvPr>
          <p:cNvSpPr txBox="1"/>
          <p:nvPr userDrawn="1"/>
        </p:nvSpPr>
        <p:spPr>
          <a:xfrm>
            <a:off x="1239520" y="441022"/>
            <a:ext cx="23133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D4F4F"/>
                </a:solidFill>
                <a:latin typeface="Calibri"/>
              </a:defRPr>
            </a:pP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US" sz="2500" dirty="0"/>
              <a:t>! </a:t>
            </a:r>
            <a:r>
              <a:rPr lang="en-US" sz="2500" i="1" dirty="0">
                <a:solidFill>
                  <a:srgbClr val="E1A32E"/>
                </a:solidFill>
              </a:rPr>
              <a:t>Ventures</a:t>
            </a:r>
            <a:endParaRPr sz="2500" i="1" dirty="0">
              <a:solidFill>
                <a:srgbClr val="E1A32E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901DED-F80F-A7E0-9F1F-3C10CB55314D}"/>
              </a:ext>
            </a:extLst>
          </p:cNvPr>
          <p:cNvCxnSpPr>
            <a:cxnSpLocks/>
          </p:cNvCxnSpPr>
          <p:nvPr userDrawn="1"/>
        </p:nvCxnSpPr>
        <p:spPr>
          <a:xfrm>
            <a:off x="685800" y="2146300"/>
            <a:ext cx="10845800" cy="0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415336-2B8A-F101-A42C-6FADE955D705}"/>
              </a:ext>
            </a:extLst>
          </p:cNvPr>
          <p:cNvCxnSpPr>
            <a:cxnSpLocks/>
          </p:cNvCxnSpPr>
          <p:nvPr userDrawn="1"/>
        </p:nvCxnSpPr>
        <p:spPr>
          <a:xfrm>
            <a:off x="685800" y="3810000"/>
            <a:ext cx="10845800" cy="0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ella-mascot.png">
            <a:extLst>
              <a:ext uri="{FF2B5EF4-FFF2-40B4-BE49-F238E27FC236}">
                <a16:creationId xmlns:a16="http://schemas.microsoft.com/office/drawing/2014/main" id="{3682DE30-22D8-3F92-77E6-1BAB241670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/>
        </p:blipFill>
        <p:spPr>
          <a:xfrm>
            <a:off x="-336274" y="4059741"/>
            <a:ext cx="2698474" cy="2698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93858B-AAB6-CF65-D1F2-17B29E92E675}"/>
              </a:ext>
            </a:extLst>
          </p:cNvPr>
          <p:cNvSpPr txBox="1"/>
          <p:nvPr userDrawn="1"/>
        </p:nvSpPr>
        <p:spPr>
          <a:xfrm>
            <a:off x="1239520" y="808396"/>
            <a:ext cx="631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14D55"/>
                </a:solidFill>
                <a:effectLst/>
                <a:latin typeface="ui-sans-serif"/>
              </a:rPr>
              <a:t>From Dream to Launch in Days.</a:t>
            </a:r>
            <a:endParaRPr lang="en-US" i="1" dirty="0">
              <a:solidFill>
                <a:srgbClr val="114D55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ED17029-ECFC-B337-D36C-9E323AF9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5743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CDD61F-26BE-0363-5BFF-689186E6EB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4D55"/>
          </a:solidFill>
          <a:ln w="200025">
            <a:solidFill>
              <a:srgbClr val="114D5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hinkventurelogotransparentbackground.png">
            <a:extLst>
              <a:ext uri="{FF2B5EF4-FFF2-40B4-BE49-F238E27FC236}">
                <a16:creationId xmlns:a16="http://schemas.microsoft.com/office/drawing/2014/main" id="{1623EF60-9102-5B99-99E3-4D5404F51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5100"/>
            <a:ext cx="1154440" cy="93586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C3CADC-A2D6-D768-5F85-8ADCCE42F875}"/>
              </a:ext>
            </a:extLst>
          </p:cNvPr>
          <p:cNvCxnSpPr>
            <a:cxnSpLocks/>
          </p:cNvCxnSpPr>
          <p:nvPr userDrawn="1"/>
        </p:nvCxnSpPr>
        <p:spPr>
          <a:xfrm>
            <a:off x="685800" y="2146300"/>
            <a:ext cx="10845800" cy="0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0B0D6A-A0C6-E799-A202-40893B2A8B94}"/>
              </a:ext>
            </a:extLst>
          </p:cNvPr>
          <p:cNvCxnSpPr>
            <a:cxnSpLocks/>
          </p:cNvCxnSpPr>
          <p:nvPr userDrawn="1"/>
        </p:nvCxnSpPr>
        <p:spPr>
          <a:xfrm>
            <a:off x="685800" y="3810000"/>
            <a:ext cx="10845800" cy="0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ADA72F-72FF-6E7B-EE67-802F66E962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231" y="5941881"/>
            <a:ext cx="2342840" cy="7155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2C1644-E04E-FCEF-B9A0-E6648E4E8ACF}"/>
              </a:ext>
            </a:extLst>
          </p:cNvPr>
          <p:cNvCxnSpPr>
            <a:cxnSpLocks/>
          </p:cNvCxnSpPr>
          <p:nvPr userDrawn="1"/>
        </p:nvCxnSpPr>
        <p:spPr>
          <a:xfrm>
            <a:off x="685800" y="961828"/>
            <a:ext cx="10845800" cy="0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thinkventurelogotransparentbackground.png">
            <a:extLst>
              <a:ext uri="{FF2B5EF4-FFF2-40B4-BE49-F238E27FC236}">
                <a16:creationId xmlns:a16="http://schemas.microsoft.com/office/drawing/2014/main" id="{F678A68F-5B23-28DA-57EB-E598AA7BA9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6860" y="149104"/>
            <a:ext cx="882660" cy="715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E10327-DE55-3E90-5BFE-27107BAEF553}"/>
              </a:ext>
            </a:extLst>
          </p:cNvPr>
          <p:cNvSpPr txBox="1"/>
          <p:nvPr userDrawn="1"/>
        </p:nvSpPr>
        <p:spPr>
          <a:xfrm>
            <a:off x="1239520" y="250522"/>
            <a:ext cx="231330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D4F4F"/>
                </a:solidFill>
                <a:latin typeface="Calibri"/>
              </a:defRPr>
            </a:pP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US" sz="2500" dirty="0"/>
              <a:t>! </a:t>
            </a:r>
            <a:r>
              <a:rPr lang="en-US" sz="2500" i="1" dirty="0">
                <a:solidFill>
                  <a:srgbClr val="E1A32E"/>
                </a:solidFill>
              </a:rPr>
              <a:t>Ventures</a:t>
            </a:r>
            <a:endParaRPr sz="2500" i="1" dirty="0">
              <a:solidFill>
                <a:srgbClr val="E1A32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EB35D-C353-EA5F-0400-880A0584B94D}"/>
              </a:ext>
            </a:extLst>
          </p:cNvPr>
          <p:cNvSpPr txBox="1"/>
          <p:nvPr userDrawn="1"/>
        </p:nvSpPr>
        <p:spPr>
          <a:xfrm>
            <a:off x="1239520" y="617896"/>
            <a:ext cx="631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14D55"/>
                </a:solidFill>
                <a:effectLst/>
                <a:latin typeface="ui-sans-serif"/>
              </a:rPr>
              <a:t>From Dream to Launch in Days.</a:t>
            </a:r>
            <a:endParaRPr lang="en-US" i="1" dirty="0">
              <a:solidFill>
                <a:srgbClr val="114D55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C58C21-4238-F3DD-DC7E-2528EF21D5B9}"/>
              </a:ext>
            </a:extLst>
          </p:cNvPr>
          <p:cNvCxnSpPr>
            <a:cxnSpLocks/>
            <a:endCxn id="13" idx="1"/>
          </p:cNvCxnSpPr>
          <p:nvPr userDrawn="1"/>
        </p:nvCxnSpPr>
        <p:spPr>
          <a:xfrm flipV="1">
            <a:off x="2667000" y="6513175"/>
            <a:ext cx="7569200" cy="11253"/>
          </a:xfrm>
          <a:prstGeom prst="line">
            <a:avLst/>
          </a:prstGeom>
          <a:ln w="349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4272A8-83F1-5413-B744-069F88105FB3}"/>
              </a:ext>
            </a:extLst>
          </p:cNvPr>
          <p:cNvSpPr txBox="1"/>
          <p:nvPr userDrawn="1"/>
        </p:nvSpPr>
        <p:spPr>
          <a:xfrm>
            <a:off x="10236200" y="6351592"/>
            <a:ext cx="1955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i="1" dirty="0">
                <a:solidFill>
                  <a:srgbClr val="114D55"/>
                </a:solidFill>
                <a:effectLst/>
                <a:latin typeface="ui-sans-serif"/>
              </a:rPr>
              <a:t>Think</a:t>
            </a:r>
            <a:r>
              <a:rPr lang="en-US" sz="1500" i="1" dirty="0">
                <a:solidFill>
                  <a:srgbClr val="114D55"/>
                </a:solidFill>
                <a:effectLst/>
                <a:latin typeface="ui-sans-serif"/>
              </a:rPr>
              <a:t>ventures.com</a:t>
            </a:r>
            <a:endParaRPr lang="en-US" sz="1500" i="1" dirty="0">
              <a:solidFill>
                <a:srgbClr val="114D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nk_Ventures_Template.potx" id="{9EECF1BF-9F12-4C34-8C40-6588B924B900}" vid="{C607BDF1-3EBD-4F81-9F3B-0AB6CFA4F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ui-sans-serif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</dc:creator>
  <cp:keywords/>
  <dc:description>generated using python-pptx</dc:description>
  <cp:lastModifiedBy>Erin Harrison</cp:lastModifiedBy>
  <cp:revision>7</cp:revision>
  <dcterms:created xsi:type="dcterms:W3CDTF">2013-01-27T09:14:16Z</dcterms:created>
  <dcterms:modified xsi:type="dcterms:W3CDTF">2026-06-03T17:55:41Z</dcterms:modified>
  <cp:category/>
</cp:coreProperties>
</file>